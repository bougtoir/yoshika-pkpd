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Figure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Three-compartment PK model with optional depot input. The initial compartment (plasma highlighted) is a user-selectable argument; disposition rate constants are shared across scenarios.</a:t>
            </a:r>
          </a:p>
        </p:txBody>
      </p:sp>
      <p:pic>
        <p:nvPicPr>
          <p:cNvPr id="4" name="Picture 3" descr="fig1_compartment_diagram_plas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567" y="1005840"/>
            <a:ext cx="685056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Figure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External validation: observed versus predicted peak plasma concentration (depot model, ka calibrated to observed Tmax). Solid line, identity; shaded band, two-fold.</a:t>
            </a:r>
          </a:p>
        </p:txBody>
      </p:sp>
      <p:pic>
        <p:nvPicPr>
          <p:cNvPr id="4" name="Picture 3" descr="fig12_validation_cma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0757" y="1005840"/>
            <a:ext cx="525018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