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7: IV-Forced vs Fascial Plane / Nerve Block</a:t>
            </a:r>
          </a:p>
        </p:txBody>
      </p:sp>
      <p:pic>
        <p:nvPicPr>
          <p:cNvPr id="3" name="Picture 2" descr="fig7_safety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Plasma concentration-time curves: traditional IV-forced model (red) vs yoshika fascial plane/depot (blue) and nerve block/BPT (green dashed). Green shading = in-hospital monitoring (0-2 h). Dashed lines = CNS and CV toxicity thresholds. Rate constants shared; only initial compartment differs.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8: Tmax — IV-Forced Predicts Tmax = 0 (Wrong)</a:t>
            </a:r>
          </a:p>
        </p:txBody>
      </p:sp>
      <p:pic>
        <p:nvPicPr>
          <p:cNvPr id="3" name="Picture 2" descr="fig8_tma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Time to peak plasma concentration (Tmax) by model. Traditional IV-forced model predicts Tmax = 0 for all drugs. yoshika depot model identifies actual Tmax at 12-16 min; BPT model at 72-119 min. Discharge and extended monitoring reference lines shown.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9: Monitoring Window — Actual Peak Timing</a:t>
            </a:r>
          </a:p>
        </p:txBody>
      </p:sp>
      <p:pic>
        <p:nvPicPr>
          <p:cNvPr id="3" name="Picture 2" descr="fig9_monitor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When does Cmax occur relative to discharge? Diamond markers = Tmax under each model. Traditional (red) places peak at t = 0 (wrong for non-IV routes). yoshika identifies actual peak timing for fascial plane and nerve block routes.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10: Cmax — IV-Forced Overestimates (False Alarm)</a:t>
            </a:r>
          </a:p>
        </p:txBody>
      </p:sp>
      <p:pic>
        <p:nvPicPr>
          <p:cNvPr id="3" name="Picture 2" descr="fig10_cmax_tox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Peak plasma concentration (Cmax) vs toxicity thresholds. Traditional IV-forced model dramatically overestimates Cmax for non-IV routes (false alarm). yoshika depot and BPT models give pharmacokinetically correct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Table: Safety Summary (Shared Rate Constants)</a:t>
            </a:r>
          </a:p>
        </p:txBody>
      </p:sp>
      <p:pic>
        <p:nvPicPr>
          <p:cNvPr id="3" name="Picture 2" descr="fig11_safety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Rate constants shared across all models; only initial compartment differs. Red cells = Cmax exceeds CNS threshold or Tmax exceeds discharge. Pink = traditional (IV-forced); blue = fascial plane; green = nerve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