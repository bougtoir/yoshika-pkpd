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compartment_diagram_pla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451" y="914400"/>
            <a:ext cx="646279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1. Three-compartment model with selectable initial compartment (plasma highlighted).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bupivaca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618" y="914400"/>
            <a:ext cx="789245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2. Bupivacaine 150 mg — Plasma concentration by initial compartment with toxicity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all_drug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481" y="914400"/>
            <a:ext cx="365473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3. Plasma concentration comparison for all four local anesthetics by initial compartment.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bupivacain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10" y="914400"/>
            <a:ext cx="789467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4. Bupivacaine — Effect-site response by initial compartment.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bupivacaine_bp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745" y="914400"/>
            <a:ext cx="768220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5. Bupivacaine 150 mg from BPT — Full compartment concentration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3" name="Picture 2" descr="fig6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2426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Figure 6. Bupivacaine 150 mg — PK/PD summary by initial compartment.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