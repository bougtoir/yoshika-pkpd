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compartment_diagram_pla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451" y="914400"/>
            <a:ext cx="646279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1. Three-compartment model with selectable initial compartment (plasma highlighted).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bupivacai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618" y="914400"/>
            <a:ext cx="789245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2. Bupivacaine 150 mg -- Plasma concentration by initial compartment with toxicity thresholds.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all_drug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552" y="914400"/>
            <a:ext cx="619859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3. Plasma concentration comparison for all four local anesthetics by initial compartment.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bupivacaine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510" y="914400"/>
            <a:ext cx="789467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4. Bupivacaine -- Effect-site response by initial compartment.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bupivacaine_bpt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510" y="914400"/>
            <a:ext cx="789467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5. Bupivacaine 150 mg from BPT -- Full compartment concentration profile.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6_summa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21636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t>Figure 6. Bupivacaine 150 mg -- PK/PD summary by initial compartment.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